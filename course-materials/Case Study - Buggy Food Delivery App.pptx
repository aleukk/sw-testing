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443" r:id="rId7"/>
    <p:sldId id="259" r:id="rId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0E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84615" autoAdjust="0"/>
  </p:normalViewPr>
  <p:slideViewPr>
    <p:cSldViewPr snapToGrid="0" snapToObjects="1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i Ukkola" userId="5f407ea3-dcd4-4e41-bc12-8df150e8b212" providerId="ADAL" clId="{717573F4-7EBF-47E7-B0BC-46130FA0BD52}"/>
    <pc:docChg chg="addSld delSld">
      <pc:chgData name="Aleksi Ukkola" userId="5f407ea3-dcd4-4e41-bc12-8df150e8b212" providerId="ADAL" clId="{717573F4-7EBF-47E7-B0BC-46130FA0BD52}" dt="2025-09-07T15:25:02.115" v="1" actId="47"/>
      <pc:docMkLst>
        <pc:docMk/>
      </pc:docMkLst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4082161828" sldId="258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0" sldId="260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200169186" sldId="263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2677542687" sldId="264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1899639441" sldId="266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2732281284" sldId="273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4276277046" sldId="274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4231393689" sldId="275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7560441" sldId="276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2540459998" sldId="277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1290348599" sldId="279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1320368643" sldId="281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291036537" sldId="283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092523371" sldId="284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288676760" sldId="287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981237923" sldId="295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541264323" sldId="316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585538108" sldId="349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1481723762" sldId="354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844460552" sldId="373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32678665" sldId="413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1062848443" sldId="415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2561557456" sldId="417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1291220628" sldId="419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714313373" sldId="423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1089131578" sldId="424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057434521" sldId="432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633730972" sldId="433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968986365" sldId="434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2392273364" sldId="435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1708318394" sldId="437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766813850" sldId="438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487723598" sldId="439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3328898255" sldId="440"/>
        </pc:sldMkLst>
      </pc:sldChg>
      <pc:sldChg chg="del">
        <pc:chgData name="Aleksi Ukkola" userId="5f407ea3-dcd4-4e41-bc12-8df150e8b212" providerId="ADAL" clId="{717573F4-7EBF-47E7-B0BC-46130FA0BD52}" dt="2025-09-07T15:25:02.115" v="1" actId="47"/>
        <pc:sldMkLst>
          <pc:docMk/>
          <pc:sldMk cId="799858978" sldId="441"/>
        </pc:sldMkLst>
      </pc:sldChg>
      <pc:sldChg chg="new del">
        <pc:chgData name="Aleksi Ukkola" userId="5f407ea3-dcd4-4e41-bc12-8df150e8b212" providerId="ADAL" clId="{717573F4-7EBF-47E7-B0BC-46130FA0BD52}" dt="2025-09-07T15:25:02.115" v="1" actId="47"/>
        <pc:sldMkLst>
          <pc:docMk/>
          <pc:sldMk cId="3020066675" sldId="4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1659A-9DE7-4F4A-9A77-1AFCF55BA6B6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44C57-D473-4E73-9609-DBF31E46C60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4062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this screen first. Explain that everything seems fine at the cart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two clear bugs: discount error and duplicate delivery fee. Ask students what type of testing might catch these issues (UI, API, integration tests).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how bugs at checkout/payment integration can cause serious customer impact. Discuss how logs and monitoring can help catch such issues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tsikkodia">
    <p:bg>
      <p:bgPr>
        <a:solidFill>
          <a:srgbClr val="E10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>
            <a:extLst>
              <a:ext uri="{FF2B5EF4-FFF2-40B4-BE49-F238E27FC236}">
                <a16:creationId xmlns:a16="http://schemas.microsoft.com/office/drawing/2014/main" id="{8BB882B1-16EE-4546-87C9-D48D89A766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752699"/>
            <a:ext cx="5268311" cy="14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21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tsikko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79DE0C4B-F20A-794B-A3E6-BF465C1E51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2675" y="-2718088"/>
            <a:ext cx="7755849" cy="9087426"/>
          </a:xfrm>
          <a:prstGeom prst="rect">
            <a:avLst/>
          </a:prstGeom>
        </p:spPr>
      </p:pic>
      <p:pic>
        <p:nvPicPr>
          <p:cNvPr id="4" name="Kuva 3">
            <a:extLst>
              <a:ext uri="{FF2B5EF4-FFF2-40B4-BE49-F238E27FC236}">
                <a16:creationId xmlns:a16="http://schemas.microsoft.com/office/drawing/2014/main" id="{75EDF24F-F0D6-104C-BD5B-FFCF582690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9800" y="2735791"/>
            <a:ext cx="5207000" cy="138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2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tsikkodia">
    <p:bg>
      <p:bgPr>
        <a:solidFill>
          <a:srgbClr val="E10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CFE6E03-2FA3-C643-99B0-14F33F603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 algn="ctr"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 algn="ctr"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 algn="ctr"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 algn="ctr"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fi-FI" dirty="0"/>
              <a:t>Muokkaa tekstin perustyylejä napsauttamalla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71468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EE015DA-2890-0248-A126-475D538C1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588D6325-306E-9449-AA06-2F51B4A67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 dirty="0"/>
              <a:t>Muokkaa alaotsikon perustyyliä </a:t>
            </a:r>
            <a:r>
              <a:rPr lang="fi-FI" dirty="0" err="1"/>
              <a:t>napsautt</a:t>
            </a:r>
            <a:r>
              <a:rPr lang="fi-FI" dirty="0"/>
              <a:t>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CB0890A-441F-5544-8A03-AEDF0760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162D995-EB8A-3E45-AA1B-2F26960B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383DAB4-6854-0948-9BE0-6A283935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8A1794A0-6E1F-554B-9938-78C30E62CF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2675" y="-2718088"/>
            <a:ext cx="7755849" cy="908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0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EE015DA-2890-0248-A126-475D538C1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588D6325-306E-9449-AA06-2F51B4A67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 dirty="0"/>
              <a:t>Muokkaa alaotsikon perustyyliä </a:t>
            </a:r>
            <a:r>
              <a:rPr lang="fi-FI" dirty="0" err="1"/>
              <a:t>napsautt</a:t>
            </a:r>
            <a:r>
              <a:rPr lang="fi-FI" dirty="0"/>
              <a:t>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CB0890A-441F-5544-8A03-AEDF0760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162D995-EB8A-3E45-AA1B-2F26960B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383DAB4-6854-0948-9BE0-6A283935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8A1794A0-6E1F-554B-9938-78C30E62CF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2675" y="-2718088"/>
            <a:ext cx="7755849" cy="90874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497" y="5956831"/>
            <a:ext cx="2098970" cy="56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Otsikkodia">
    <p:bg>
      <p:bgPr>
        <a:solidFill>
          <a:srgbClr val="E10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EE015DA-2890-0248-A126-475D538C1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588D6325-306E-9449-AA06-2F51B4A67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 dirty="0"/>
              <a:t>Muokkaa alaotsikon perustyyliä </a:t>
            </a:r>
            <a:r>
              <a:rPr lang="fi-FI" dirty="0" err="1"/>
              <a:t>napsautt</a:t>
            </a:r>
            <a:r>
              <a:rPr lang="fi-FI" dirty="0"/>
              <a:t>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CB0890A-441F-5544-8A03-AEDF0760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32F967-F1BD-464A-8F19-24C730019DCF}" type="datetimeFigureOut">
              <a:rPr lang="fi-FI" smtClean="0"/>
              <a:pPr/>
              <a:t>7.9.2025</a:t>
            </a:fld>
            <a:endParaRPr lang="fi-FI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162D995-EB8A-3E45-AA1B-2F26960B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383DAB4-6854-0948-9BE0-6A283935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7AF19-F1FB-FA43-9DBB-AE9D488B6A51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4371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2C004EC-5426-EB4C-B7C8-041FEE8901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017F834-57E7-FD4C-AC65-91655BFEE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i-FI" dirty="0"/>
              <a:t>Muokkaa tekstin perustyylejä napsauttamalla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0A8148B2-AC49-FA46-A608-0E175C55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D6D7F47-BB79-0541-AA0E-CAD2CFDA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3E7C2B5-051C-2C4C-BFE1-AAC34B00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B7CF0B5A-14CD-0741-994B-9E9F46B2E2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2675" y="-2718088"/>
            <a:ext cx="7755849" cy="908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33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2C004EC-5426-EB4C-B7C8-041FEE8901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017F834-57E7-FD4C-AC65-91655BFEE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i-FI" dirty="0"/>
              <a:t>Muokkaa tekstin perustyylejä napsauttamalla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0A8148B2-AC49-FA46-A608-0E175C55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D6D7F47-BB79-0541-AA0E-CAD2CFDA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3E7C2B5-051C-2C4C-BFE1-AAC34B00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B7CF0B5A-14CD-0741-994B-9E9F46B2E2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2675" y="-2718088"/>
            <a:ext cx="7755849" cy="90874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497" y="5956831"/>
            <a:ext cx="2098970" cy="56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0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uvan paikkamerkki 8">
            <a:extLst>
              <a:ext uri="{FF2B5EF4-FFF2-40B4-BE49-F238E27FC236}">
                <a16:creationId xmlns:a16="http://schemas.microsoft.com/office/drawing/2014/main" id="{7593EFCF-DA8F-4345-B6EB-19A4486D1C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fi-FI"/>
          </a:p>
        </p:txBody>
      </p:sp>
      <p:sp>
        <p:nvSpPr>
          <p:cNvPr id="3" name="Otsikko 1">
            <a:extLst>
              <a:ext uri="{FF2B5EF4-FFF2-40B4-BE49-F238E27FC236}">
                <a16:creationId xmlns:a16="http://schemas.microsoft.com/office/drawing/2014/main" id="{3802A213-3021-7446-AD1A-9D56964DE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39445"/>
            <a:ext cx="4800600" cy="1951355"/>
          </a:xfrm>
        </p:spPr>
        <p:txBody>
          <a:bodyPr/>
          <a:lstStyle>
            <a:lvl1pPr>
              <a:defRPr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4" name="Sisällön paikkamerkki 2">
            <a:extLst>
              <a:ext uri="{FF2B5EF4-FFF2-40B4-BE49-F238E27FC236}">
                <a16:creationId xmlns:a16="http://schemas.microsoft.com/office/drawing/2014/main" id="{2432B649-658B-FE48-9F35-91B2587DC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5279"/>
            <a:ext cx="4800600" cy="336264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i-FI" dirty="0"/>
              <a:t>Muokkaa tekstin perustyylejä napsauttamalla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49745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uvan paikkamerkki 8">
            <a:extLst>
              <a:ext uri="{FF2B5EF4-FFF2-40B4-BE49-F238E27FC236}">
                <a16:creationId xmlns:a16="http://schemas.microsoft.com/office/drawing/2014/main" id="{7593EFCF-DA8F-4345-B6EB-19A4486D1C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1102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C51AA2A-0EF3-8343-97AA-2E8D88354B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BE61C34-6BE0-FF41-85DA-A3CE7906E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792ED756-48F1-EF4D-838F-C29AE1F23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9648789-DA49-E340-917F-862901FC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B4642A21-9580-B74B-AA5E-D94ED7C3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2900C64F-E356-1543-B750-E663494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63115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C51AA2A-0EF3-8343-97AA-2E8D88354B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BE61C34-6BE0-FF41-85DA-A3CE7906E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792ED756-48F1-EF4D-838F-C29AE1F23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9648789-DA49-E340-917F-862901FC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B4642A21-9580-B74B-AA5E-D94ED7C3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2900C64F-E356-1543-B750-E663494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497" y="5956831"/>
            <a:ext cx="2098970" cy="56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70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339FAFB-970A-D241-AFF5-73B2DF7B9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A010F035-C91D-EB4B-8F72-3AC8E4AC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7EDC58D0-6651-2044-9D42-0BCF9F6C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C1B40E8E-6977-774D-9F06-2099E67D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43867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339FAFB-970A-D241-AFF5-73B2DF7B9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10E49"/>
                </a:solidFill>
              </a:defRPr>
            </a:lvl1pPr>
          </a:lstStyle>
          <a:p>
            <a:r>
              <a:rPr lang="fi-FI" dirty="0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A010F035-C91D-EB4B-8F72-3AC8E4AC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7EDC58D0-6651-2044-9D42-0BCF9F6C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C1B40E8E-6977-774D-9F06-2099E67D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497" y="5956831"/>
            <a:ext cx="2098970" cy="56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64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12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AE8E83DE-2656-D944-9125-54C933F1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ACB0B72-8C85-3147-86CC-5A38B920C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/>
              <a:t>Muokkaa tekstin perustyylejä napsauttamalla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EF9D091-412D-0C4F-BBBB-8AE13833D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2F967-F1BD-464A-8F19-24C730019DCF}" type="datetimeFigureOut">
              <a:rPr lang="fi-FI" smtClean="0"/>
              <a:t>7.9.2025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FF3F97A-AE02-A240-B0D9-8550E6D91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B3B7AFD-B8A2-4E42-ACF1-F4FA7CE03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7AF19-F1FB-FA43-9DBB-AE9D488B6A5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4571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49" r:id="rId4"/>
    <p:sldLayoutId id="2147483663" r:id="rId5"/>
    <p:sldLayoutId id="2147483656" r:id="rId6"/>
    <p:sldLayoutId id="2147483660" r:id="rId7"/>
    <p:sldLayoutId id="2147483662" r:id="rId8"/>
    <p:sldLayoutId id="2147483661" r:id="rId9"/>
    <p:sldLayoutId id="2147483650" r:id="rId10"/>
    <p:sldLayoutId id="2147483652" r:id="rId11"/>
    <p:sldLayoutId id="2147483664" r:id="rId12"/>
    <p:sldLayoutId id="2147483654" r:id="rId13"/>
    <p:sldLayoutId id="2147483665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Case Study: Buggy Food Delivery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Failure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 Screen (Correct Total)</a:t>
            </a:r>
          </a:p>
        </p:txBody>
      </p:sp>
      <p:pic>
        <p:nvPicPr>
          <p:cNvPr id="3" name="Picture 2" descr="bug_demo_cart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371600"/>
            <a:ext cx="2571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67600" y="1371600"/>
            <a:ext cx="316676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Items &amp; fees displayed correctly</a:t>
            </a:r>
          </a:p>
          <a:p>
            <a:pPr>
              <a:defRPr sz="1800"/>
            </a:pPr>
            <a:r>
              <a:t>Total = €22.80 (as expected)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Checkout Screen (Buggy)</a:t>
            </a:r>
          </a:p>
        </p:txBody>
      </p:sp>
      <p:pic>
        <p:nvPicPr>
          <p:cNvPr id="3" name="Picture 2" descr="bug_demo_checkout_bug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371600"/>
            <a:ext cx="2571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67600" y="1371601"/>
            <a:ext cx="487652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Promo discount applied incorrectly (+ instead of -)</a:t>
            </a:r>
          </a:p>
          <a:p>
            <a:pPr>
              <a:defRPr sz="1800"/>
            </a:pPr>
            <a:r>
              <a:t>Delivery fee counted twice</a:t>
            </a:r>
          </a:p>
          <a:p>
            <a:pPr>
              <a:defRPr sz="1800"/>
            </a:pPr>
            <a:r>
              <a:t>Total = €27.60 (mismatch vs cart €22.80)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 Screen (Buggy)</a:t>
            </a:r>
          </a:p>
        </p:txBody>
      </p:sp>
      <p:pic>
        <p:nvPicPr>
          <p:cNvPr id="3" name="Picture 2" descr="bug_demo_receipt_double_ch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371600"/>
            <a:ext cx="2571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67600" y="1371601"/>
            <a:ext cx="427181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Duplicate transaction captured</a:t>
            </a:r>
          </a:p>
          <a:p>
            <a:pPr>
              <a:defRPr sz="1800"/>
            </a:pPr>
            <a:r>
              <a:t>Customer charged €45.60 instead of €22.80</a:t>
            </a:r>
          </a:p>
          <a:p>
            <a:pPr>
              <a:defRPr sz="1800"/>
            </a:pPr>
            <a:r>
              <a:t>Refund still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BB8CB8DC3F52489D440C7314BBC4DD" ma:contentTypeVersion="4" ma:contentTypeDescription="Create a new document." ma:contentTypeScope="" ma:versionID="a214815fd974adcaa732dddd82092c4b">
  <xsd:schema xmlns:xsd="http://www.w3.org/2001/XMLSchema" xmlns:xs="http://www.w3.org/2001/XMLSchema" xmlns:p="http://schemas.microsoft.com/office/2006/metadata/properties" xmlns:ns2="1581783a-3af6-48b7-bde5-342a043ce11a" targetNamespace="http://schemas.microsoft.com/office/2006/metadata/properties" ma:root="true" ma:fieldsID="91a15b2cc2769207fcf1e6b1e78fb6db" ns2:_="">
    <xsd:import namespace="1581783a-3af6-48b7-bde5-342a043ce1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1783a-3af6-48b7-bde5-342a043ce1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2F78F6-B002-4D29-BCC9-D1E8939DFA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477F15-DF25-468D-981D-A96D33FBC64C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1581783a-3af6-48b7-bde5-342a043ce11a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715D407-B052-4F96-AA43-5126165838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81783a-3af6-48b7-bde5-342a043ce1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27092</TotalTime>
  <Words>148</Words>
  <Application>Microsoft Office PowerPoint</Application>
  <PresentationFormat>Widescreen</PresentationFormat>
  <Paragraphs>19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Garamond</vt:lpstr>
      <vt:lpstr>Office-teema</vt:lpstr>
      <vt:lpstr>Case Study: Buggy Food Delivery App</vt:lpstr>
      <vt:lpstr>Cart Screen (Correct Total)</vt:lpstr>
      <vt:lpstr>Checkout Screen (Buggy)</vt:lpstr>
      <vt:lpstr>Receipt Screen (Buggy)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PowerPoint-esitys</dc:title>
  <dc:creator>Tom Båssar</dc:creator>
  <cp:lastModifiedBy>Aleksi Ukkola</cp:lastModifiedBy>
  <cp:revision>68</cp:revision>
  <dcterms:created xsi:type="dcterms:W3CDTF">2021-12-30T13:30:52Z</dcterms:created>
  <dcterms:modified xsi:type="dcterms:W3CDTF">2025-09-07T15:25:07Z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0x01010079BB8CB8DC3F52489D440C7314BBC4DD</vt:lpwstr>
  </property>
</Properties>
</file>